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8" r:id="rId3"/>
    <p:sldId id="259" r:id="rId4"/>
    <p:sldId id="260" r:id="rId5"/>
    <p:sldId id="262" r:id="rId6"/>
    <p:sldId id="263" r:id="rId7"/>
    <p:sldId id="273" r:id="rId8"/>
    <p:sldId id="266" r:id="rId9"/>
    <p:sldId id="275" r:id="rId10"/>
    <p:sldId id="274" r:id="rId11"/>
    <p:sldId id="265" r:id="rId12"/>
    <p:sldId id="277" r:id="rId13"/>
    <p:sldId id="276" r:id="rId14"/>
    <p:sldId id="278" r:id="rId15"/>
    <p:sldId id="268" r:id="rId16"/>
    <p:sldId id="269" r:id="rId17"/>
    <p:sldId id="270" r:id="rId18"/>
    <p:sldId id="27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9AA0"/>
    <a:srgbClr val="00E9A0"/>
    <a:srgbClr val="0078FF"/>
    <a:srgbClr val="23233B"/>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119" dt="2026-04-12T03:39:35.6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3"/>
    <p:restoredTop sz="71123"/>
  </p:normalViewPr>
  <p:slideViewPr>
    <p:cSldViewPr snapToGrid="0">
      <p:cViewPr>
        <p:scale>
          <a:sx n="93" d="100"/>
          <a:sy n="93" d="100"/>
        </p:scale>
        <p:origin x="1576" y="104"/>
      </p:cViewPr>
      <p:guideLst/>
    </p:cSldViewPr>
  </p:slideViewPr>
  <p:notesTextViewPr>
    <p:cViewPr>
      <p:scale>
        <a:sx n="80" d="100"/>
        <a:sy n="8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sldOrd">
      <pc:chgData name="Stepanov, Pavel Aleksandrovich" userId="b85f6bca-230c-483e-a25b-e13e873626fd" providerId="ADAL" clId="{AB235781-41D1-50B9-86EA-51A98A5F500A}" dt="2026-04-12T03:47:04.314" v="1819" actId="729"/>
      <pc:docMkLst>
        <pc:docMk/>
      </pc:docMkLst>
      <pc:sldChg chg="modNotesTx">
        <pc:chgData name="Stepanov, Pavel Aleksandrovich" userId="b85f6bca-230c-483e-a25b-e13e873626fd" providerId="ADAL" clId="{AB235781-41D1-50B9-86EA-51A98A5F500A}" dt="2026-04-12T02:27:22.605" v="91" actId="20577"/>
        <pc:sldMkLst>
          <pc:docMk/>
          <pc:sldMk cId="3542837740" sldId="256"/>
        </pc:sldMkLst>
      </pc:sldChg>
      <pc:sldChg chg="modSp mod modNotesTx">
        <pc:chgData name="Stepanov, Pavel Aleksandrovich" userId="b85f6bca-230c-483e-a25b-e13e873626fd" providerId="ADAL" clId="{AB235781-41D1-50B9-86EA-51A98A5F500A}" dt="2026-04-12T02:28:02.687" v="92" actId="20577"/>
        <pc:sldMkLst>
          <pc:docMk/>
          <pc:sldMk cId="2587833539" sldId="258"/>
        </pc:sldMkLst>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03:10:56.989" v="313" actId="1076"/>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22:09.913" v="476"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02:42:56.728" v="181" actId="20577"/>
        <pc:sldMkLst>
          <pc:docMk/>
          <pc:sldMk cId="3511431320" sldId="266"/>
        </pc:sldMkLst>
      </pc:sldChg>
      <pc:sldChg chg="mod modShow modNotesTx">
        <pc:chgData name="Stepanov, Pavel Aleksandrovich" userId="b85f6bca-230c-483e-a25b-e13e873626fd" providerId="ADAL" clId="{AB235781-41D1-50B9-86EA-51A98A5F500A}" dt="2026-04-12T03:47:04.314" v="1819" actId="729"/>
        <pc:sldMkLst>
          <pc:docMk/>
          <pc:sldMk cId="3688322972" sldId="267"/>
        </pc:sldMkLst>
      </pc:sldChg>
      <pc:sldChg chg="modNotesTx">
        <pc:chgData name="Stepanov, Pavel Aleksandrovich" userId="b85f6bca-230c-483e-a25b-e13e873626fd" providerId="ADAL" clId="{AB235781-41D1-50B9-86EA-51A98A5F500A}" dt="2026-04-12T02:42:00.570" v="178" actId="20577"/>
        <pc:sldMkLst>
          <pc:docMk/>
          <pc:sldMk cId="3183023199" sldId="268"/>
        </pc:sldMkLst>
      </pc:sldChg>
      <pc:sldChg chg="delSp modSp mod modNotesTx">
        <pc:chgData name="Stepanov, Pavel Aleksandrovich" userId="b85f6bca-230c-483e-a25b-e13e873626fd" providerId="ADAL" clId="{AB235781-41D1-50B9-86EA-51A98A5F500A}" dt="2026-04-12T02:36:33.349" v="132"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Sp mod modNotesTx">
        <pc:chgData name="Stepanov, Pavel Aleksandrovich" userId="b85f6bca-230c-483e-a25b-e13e873626fd" providerId="ADAL" clId="{AB235781-41D1-50B9-86EA-51A98A5F500A}" dt="2026-04-12T03:29:50.591" v="555" actId="1076"/>
        <pc:sldMkLst>
          <pc:docMk/>
          <pc:sldMk cId="480666757" sldId="271"/>
        </pc:sldMkLst>
        <pc:spChg chg="mod">
          <ac:chgData name="Stepanov, Pavel Aleksandrovich" userId="b85f6bca-230c-483e-a25b-e13e873626fd" providerId="ADAL" clId="{AB235781-41D1-50B9-86EA-51A98A5F500A}" dt="2026-04-12T03:29:50.591" v="555" actId="1076"/>
          <ac:spMkLst>
            <pc:docMk/>
            <pc:sldMk cId="480666757" sldId="271"/>
            <ac:spMk id="19" creationId="{7AAD4915-0FC5-A636-D1C9-48442BD8C637}"/>
          </ac:spMkLst>
        </pc:spChg>
      </pc:sldChg>
      <pc:sldChg chg="addSp delSp modSp add del modNotesTx">
        <pc:chgData name="Stepanov, Pavel Aleksandrovich" userId="b85f6bca-230c-483e-a25b-e13e873626fd" providerId="ADAL" clId="{AB235781-41D1-50B9-86EA-51A98A5F500A}" dt="2026-04-12T03:45:28.657" v="1818" actId="2696"/>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sldChg chg="addSp delSp modSp add mod ord setBg delAnim modAnim">
        <pc:chgData name="Stepanov, Pavel Aleksandrovich" userId="b85f6bca-230c-483e-a25b-e13e873626fd" providerId="ADAL" clId="{AB235781-41D1-50B9-86EA-51A98A5F500A}" dt="2026-04-12T03:44:50.285" v="1817" actId="1076"/>
        <pc:sldMkLst>
          <pc:docMk/>
          <pc:sldMk cId="1496617165" sldId="274"/>
        </pc:sldMkLst>
        <pc:spChg chg="del">
          <ac:chgData name="Stepanov, Pavel Aleksandrovich" userId="b85f6bca-230c-483e-a25b-e13e873626fd" providerId="ADAL" clId="{AB235781-41D1-50B9-86EA-51A98A5F500A}" dt="2026-04-12T03:25:48.363" v="492" actId="478"/>
          <ac:spMkLst>
            <pc:docMk/>
            <pc:sldMk cId="1496617165" sldId="274"/>
            <ac:spMk id="2" creationId="{F871AC4C-7BFB-C8A0-08F0-27149B07C663}"/>
          </ac:spMkLst>
        </pc:spChg>
        <pc:spChg chg="del">
          <ac:chgData name="Stepanov, Pavel Aleksandrovich" userId="b85f6bca-230c-483e-a25b-e13e873626fd" providerId="ADAL" clId="{AB235781-41D1-50B9-86EA-51A98A5F500A}" dt="2026-04-12T03:26:04.502" v="499" actId="478"/>
          <ac:spMkLst>
            <pc:docMk/>
            <pc:sldMk cId="1496617165" sldId="274"/>
            <ac:spMk id="3" creationId="{9F0B1198-B735-B514-C635-08A1134FFECA}"/>
          </ac:spMkLst>
        </pc:spChg>
        <pc:spChg chg="mod">
          <ac:chgData name="Stepanov, Pavel Aleksandrovich" userId="b85f6bca-230c-483e-a25b-e13e873626fd" providerId="ADAL" clId="{AB235781-41D1-50B9-86EA-51A98A5F500A}" dt="2026-04-12T03:36:39.884" v="661" actId="20577"/>
          <ac:spMkLst>
            <pc:docMk/>
            <pc:sldMk cId="1496617165" sldId="274"/>
            <ac:spMk id="4" creationId="{D068BB2A-2BF4-D499-63C2-18ED22A68DDF}"/>
          </ac:spMkLst>
        </pc:spChg>
        <pc:spChg chg="del">
          <ac:chgData name="Stepanov, Pavel Aleksandrovich" userId="b85f6bca-230c-483e-a25b-e13e873626fd" providerId="ADAL" clId="{AB235781-41D1-50B9-86EA-51A98A5F500A}" dt="2026-04-12T03:25:56.747" v="496" actId="478"/>
          <ac:spMkLst>
            <pc:docMk/>
            <pc:sldMk cId="1496617165" sldId="274"/>
            <ac:spMk id="7" creationId="{8133ABB9-A7C7-495A-33FE-E4415613B6C9}"/>
          </ac:spMkLst>
        </pc:spChg>
        <pc:spChg chg="del mod">
          <ac:chgData name="Stepanov, Pavel Aleksandrovich" userId="b85f6bca-230c-483e-a25b-e13e873626fd" providerId="ADAL" clId="{AB235781-41D1-50B9-86EA-51A98A5F500A}" dt="2026-04-12T03:31:17.830" v="582" actId="478"/>
          <ac:spMkLst>
            <pc:docMk/>
            <pc:sldMk cId="1496617165" sldId="274"/>
            <ac:spMk id="8" creationId="{0861915E-8D07-5378-40B0-4A9D12282FB6}"/>
          </ac:spMkLst>
        </pc:spChg>
        <pc:spChg chg="del">
          <ac:chgData name="Stepanov, Pavel Aleksandrovich" userId="b85f6bca-230c-483e-a25b-e13e873626fd" providerId="ADAL" clId="{AB235781-41D1-50B9-86EA-51A98A5F500A}" dt="2026-04-12T03:25:56.747" v="496" actId="478"/>
          <ac:spMkLst>
            <pc:docMk/>
            <pc:sldMk cId="1496617165" sldId="274"/>
            <ac:spMk id="9" creationId="{C0C3A7D4-7B7C-0782-6E03-9B4B12A2CDDA}"/>
          </ac:spMkLst>
        </pc:spChg>
        <pc:spChg chg="add del mod">
          <ac:chgData name="Stepanov, Pavel Aleksandrovich" userId="b85f6bca-230c-483e-a25b-e13e873626fd" providerId="ADAL" clId="{AB235781-41D1-50B9-86EA-51A98A5F500A}" dt="2026-04-12T03:31:27.234" v="590" actId="478"/>
          <ac:spMkLst>
            <pc:docMk/>
            <pc:sldMk cId="1496617165" sldId="274"/>
            <ac:spMk id="10" creationId="{28D70FB1-2F09-11CE-03AC-3B68697B2B06}"/>
          </ac:spMkLst>
        </pc:spChg>
        <pc:spChg chg="del">
          <ac:chgData name="Stepanov, Pavel Aleksandrovich" userId="b85f6bca-230c-483e-a25b-e13e873626fd" providerId="ADAL" clId="{AB235781-41D1-50B9-86EA-51A98A5F500A}" dt="2026-04-12T03:25:52.460" v="495" actId="478"/>
          <ac:spMkLst>
            <pc:docMk/>
            <pc:sldMk cId="1496617165" sldId="274"/>
            <ac:spMk id="11" creationId="{0D143344-BA59-8A28-8F08-52D8DE27DEF6}"/>
          </ac:spMkLst>
        </pc:spChg>
        <pc:spChg chg="del mod">
          <ac:chgData name="Stepanov, Pavel Aleksandrovich" userId="b85f6bca-230c-483e-a25b-e13e873626fd" providerId="ADAL" clId="{AB235781-41D1-50B9-86EA-51A98A5F500A}" dt="2026-04-12T03:25:56.747" v="496" actId="478"/>
          <ac:spMkLst>
            <pc:docMk/>
            <pc:sldMk cId="1496617165" sldId="274"/>
            <ac:spMk id="12" creationId="{66D56219-9AA6-E88C-BD6D-AC97AC967EA2}"/>
          </ac:spMkLst>
        </pc:spChg>
        <pc:spChg chg="del mod">
          <ac:chgData name="Stepanov, Pavel Aleksandrovich" userId="b85f6bca-230c-483e-a25b-e13e873626fd" providerId="ADAL" clId="{AB235781-41D1-50B9-86EA-51A98A5F500A}" dt="2026-04-12T03:26:02.721" v="498" actId="478"/>
          <ac:spMkLst>
            <pc:docMk/>
            <pc:sldMk cId="1496617165" sldId="274"/>
            <ac:spMk id="13" creationId="{7154DF40-C438-CA78-8493-7FE5D7C0793F}"/>
          </ac:spMkLst>
        </pc:spChg>
        <pc:spChg chg="del">
          <ac:chgData name="Stepanov, Pavel Aleksandrovich" userId="b85f6bca-230c-483e-a25b-e13e873626fd" providerId="ADAL" clId="{AB235781-41D1-50B9-86EA-51A98A5F500A}" dt="2026-04-12T03:25:52.460" v="495" actId="478"/>
          <ac:spMkLst>
            <pc:docMk/>
            <pc:sldMk cId="1496617165" sldId="274"/>
            <ac:spMk id="14" creationId="{099212A4-17FB-ACD3-E7F3-0EB6F7FCA48E}"/>
          </ac:spMkLst>
        </pc:spChg>
        <pc:spChg chg="del">
          <ac:chgData name="Stepanov, Pavel Aleksandrovich" userId="b85f6bca-230c-483e-a25b-e13e873626fd" providerId="ADAL" clId="{AB235781-41D1-50B9-86EA-51A98A5F500A}" dt="2026-04-12T03:25:52.460" v="495" actId="478"/>
          <ac:spMkLst>
            <pc:docMk/>
            <pc:sldMk cId="1496617165" sldId="274"/>
            <ac:spMk id="15" creationId="{F738EEE9-65CD-00E1-A74B-474EC15D9C17}"/>
          </ac:spMkLst>
        </pc:spChg>
        <pc:spChg chg="del">
          <ac:chgData name="Stepanov, Pavel Aleksandrovich" userId="b85f6bca-230c-483e-a25b-e13e873626fd" providerId="ADAL" clId="{AB235781-41D1-50B9-86EA-51A98A5F500A}" dt="2026-04-12T03:25:56.747" v="496" actId="478"/>
          <ac:spMkLst>
            <pc:docMk/>
            <pc:sldMk cId="1496617165" sldId="274"/>
            <ac:spMk id="16" creationId="{38EE8293-CFFD-15A6-9198-37D552E9B516}"/>
          </ac:spMkLst>
        </pc:spChg>
        <pc:spChg chg="del">
          <ac:chgData name="Stepanov, Pavel Aleksandrovich" userId="b85f6bca-230c-483e-a25b-e13e873626fd" providerId="ADAL" clId="{AB235781-41D1-50B9-86EA-51A98A5F500A}" dt="2026-04-12T03:25:56.747" v="496" actId="478"/>
          <ac:spMkLst>
            <pc:docMk/>
            <pc:sldMk cId="1496617165" sldId="274"/>
            <ac:spMk id="17" creationId="{D45046EA-282F-0690-AD24-6C25C74B96C0}"/>
          </ac:spMkLst>
        </pc:spChg>
        <pc:spChg chg="del">
          <ac:chgData name="Stepanov, Pavel Aleksandrovich" userId="b85f6bca-230c-483e-a25b-e13e873626fd" providerId="ADAL" clId="{AB235781-41D1-50B9-86EA-51A98A5F500A}" dt="2026-04-12T03:25:52.460" v="495" actId="478"/>
          <ac:spMkLst>
            <pc:docMk/>
            <pc:sldMk cId="1496617165" sldId="274"/>
            <ac:spMk id="18" creationId="{BA89336A-635D-115B-9997-8D5995CBACD7}"/>
          </ac:spMkLst>
        </pc:spChg>
        <pc:spChg chg="del">
          <ac:chgData name="Stepanov, Pavel Aleksandrovich" userId="b85f6bca-230c-483e-a25b-e13e873626fd" providerId="ADAL" clId="{AB235781-41D1-50B9-86EA-51A98A5F500A}" dt="2026-04-12T03:25:52.460" v="495" actId="478"/>
          <ac:spMkLst>
            <pc:docMk/>
            <pc:sldMk cId="1496617165" sldId="274"/>
            <ac:spMk id="19" creationId="{64A73F39-3D60-14A9-019B-ABFE2A7E4543}"/>
          </ac:spMkLst>
        </pc:spChg>
        <pc:spChg chg="del">
          <ac:chgData name="Stepanov, Pavel Aleksandrovich" userId="b85f6bca-230c-483e-a25b-e13e873626fd" providerId="ADAL" clId="{AB235781-41D1-50B9-86EA-51A98A5F500A}" dt="2026-04-12T03:25:52.460" v="495" actId="478"/>
          <ac:spMkLst>
            <pc:docMk/>
            <pc:sldMk cId="1496617165" sldId="274"/>
            <ac:spMk id="20" creationId="{8BB054ED-28F1-437E-D458-C451B1C8246C}"/>
          </ac:spMkLst>
        </pc:spChg>
        <pc:spChg chg="del">
          <ac:chgData name="Stepanov, Pavel Aleksandrovich" userId="b85f6bca-230c-483e-a25b-e13e873626fd" providerId="ADAL" clId="{AB235781-41D1-50B9-86EA-51A98A5F500A}" dt="2026-04-12T03:25:52.460" v="495" actId="478"/>
          <ac:spMkLst>
            <pc:docMk/>
            <pc:sldMk cId="1496617165" sldId="274"/>
            <ac:spMk id="21" creationId="{60C38654-54A3-E43D-28FD-D006A34B73D7}"/>
          </ac:spMkLst>
        </pc:spChg>
        <pc:spChg chg="del">
          <ac:chgData name="Stepanov, Pavel Aleksandrovich" userId="b85f6bca-230c-483e-a25b-e13e873626fd" providerId="ADAL" clId="{AB235781-41D1-50B9-86EA-51A98A5F500A}" dt="2026-04-12T03:25:52.460" v="495" actId="478"/>
          <ac:spMkLst>
            <pc:docMk/>
            <pc:sldMk cId="1496617165" sldId="274"/>
            <ac:spMk id="22" creationId="{841C97DF-2069-9140-C025-585E9D2732AC}"/>
          </ac:spMkLst>
        </pc:spChg>
        <pc:spChg chg="add del mod">
          <ac:chgData name="Stepanov, Pavel Aleksandrovich" userId="b85f6bca-230c-483e-a25b-e13e873626fd" providerId="ADAL" clId="{AB235781-41D1-50B9-86EA-51A98A5F500A}" dt="2026-04-12T03:31:25.203" v="587" actId="478"/>
          <ac:spMkLst>
            <pc:docMk/>
            <pc:sldMk cId="1496617165" sldId="274"/>
            <ac:spMk id="24" creationId="{2A6F3691-82B0-6511-C3BA-B63D08A4F8B1}"/>
          </ac:spMkLst>
        </pc:spChg>
        <pc:spChg chg="del">
          <ac:chgData name="Stepanov, Pavel Aleksandrovich" userId="b85f6bca-230c-483e-a25b-e13e873626fd" providerId="ADAL" clId="{AB235781-41D1-50B9-86EA-51A98A5F500A}" dt="2026-04-12T03:25:52.460" v="495" actId="478"/>
          <ac:spMkLst>
            <pc:docMk/>
            <pc:sldMk cId="1496617165" sldId="274"/>
            <ac:spMk id="25" creationId="{A991AD84-9512-EEA7-DDA6-147C03B71238}"/>
          </ac:spMkLst>
        </pc:spChg>
        <pc:spChg chg="del">
          <ac:chgData name="Stepanov, Pavel Aleksandrovich" userId="b85f6bca-230c-483e-a25b-e13e873626fd" providerId="ADAL" clId="{AB235781-41D1-50B9-86EA-51A98A5F500A}" dt="2026-04-12T03:25:56.747" v="496" actId="478"/>
          <ac:spMkLst>
            <pc:docMk/>
            <pc:sldMk cId="1496617165" sldId="274"/>
            <ac:spMk id="26" creationId="{047D9B3D-DAF5-C8B5-9CF8-40095D4A199B}"/>
          </ac:spMkLst>
        </pc:spChg>
        <pc:spChg chg="del">
          <ac:chgData name="Stepanov, Pavel Aleksandrovich" userId="b85f6bca-230c-483e-a25b-e13e873626fd" providerId="ADAL" clId="{AB235781-41D1-50B9-86EA-51A98A5F500A}" dt="2026-04-12T03:25:52.460" v="495" actId="478"/>
          <ac:spMkLst>
            <pc:docMk/>
            <pc:sldMk cId="1496617165" sldId="274"/>
            <ac:spMk id="27" creationId="{B6ADD85D-5343-CA79-3D81-BAA3763D2D32}"/>
          </ac:spMkLst>
        </pc:spChg>
        <pc:spChg chg="del mod">
          <ac:chgData name="Stepanov, Pavel Aleksandrovich" userId="b85f6bca-230c-483e-a25b-e13e873626fd" providerId="ADAL" clId="{AB235781-41D1-50B9-86EA-51A98A5F500A}" dt="2026-04-12T03:31:26.225" v="588" actId="478"/>
          <ac:spMkLst>
            <pc:docMk/>
            <pc:sldMk cId="1496617165" sldId="274"/>
            <ac:spMk id="29" creationId="{EDCAC29C-5C34-BCD5-E43E-E0CE3DF7BFE4}"/>
          </ac:spMkLst>
        </pc:spChg>
        <pc:spChg chg="add mod">
          <ac:chgData name="Stepanov, Pavel Aleksandrovich" userId="b85f6bca-230c-483e-a25b-e13e873626fd" providerId="ADAL" clId="{AB235781-41D1-50B9-86EA-51A98A5F500A}" dt="2026-04-12T03:31:48.390" v="594"/>
          <ac:spMkLst>
            <pc:docMk/>
            <pc:sldMk cId="1496617165" sldId="274"/>
            <ac:spMk id="30" creationId="{6DBEBBE8-6803-3642-6AA6-7DCBC34416EC}"/>
          </ac:spMkLst>
        </pc:spChg>
        <pc:spChg chg="add mod">
          <ac:chgData name="Stepanov, Pavel Aleksandrovich" userId="b85f6bca-230c-483e-a25b-e13e873626fd" providerId="ADAL" clId="{AB235781-41D1-50B9-86EA-51A98A5F500A}" dt="2026-04-12T03:42:10.276" v="1808" actId="14861"/>
          <ac:spMkLst>
            <pc:docMk/>
            <pc:sldMk cId="1496617165" sldId="274"/>
            <ac:spMk id="31" creationId="{E787502F-A997-C061-BE0E-398BFE0692AB}"/>
          </ac:spMkLst>
        </pc:spChg>
        <pc:spChg chg="add mod">
          <ac:chgData name="Stepanov, Pavel Aleksandrovich" userId="b85f6bca-230c-483e-a25b-e13e873626fd" providerId="ADAL" clId="{AB235781-41D1-50B9-86EA-51A98A5F500A}" dt="2026-04-12T03:40:58.760" v="1793" actId="20577"/>
          <ac:spMkLst>
            <pc:docMk/>
            <pc:sldMk cId="1496617165" sldId="274"/>
            <ac:spMk id="32" creationId="{0C1AB1E6-4C86-63ED-C89C-77D2FEE4A479}"/>
          </ac:spMkLst>
        </pc:spChg>
        <pc:spChg chg="add mod">
          <ac:chgData name="Stepanov, Pavel Aleksandrovich" userId="b85f6bca-230c-483e-a25b-e13e873626fd" providerId="ADAL" clId="{AB235781-41D1-50B9-86EA-51A98A5F500A}" dt="2026-04-12T03:34:47.510" v="631" actId="207"/>
          <ac:spMkLst>
            <pc:docMk/>
            <pc:sldMk cId="1496617165" sldId="274"/>
            <ac:spMk id="33" creationId="{7330EC70-9658-A443-DCDE-8C47EE86272F}"/>
          </ac:spMkLst>
        </pc:spChg>
        <pc:spChg chg="add mod">
          <ac:chgData name="Stepanov, Pavel Aleksandrovich" userId="b85f6bca-230c-483e-a25b-e13e873626fd" providerId="ADAL" clId="{AB235781-41D1-50B9-86EA-51A98A5F500A}" dt="2026-04-12T03:44:47.248" v="1816" actId="1076"/>
          <ac:spMkLst>
            <pc:docMk/>
            <pc:sldMk cId="1496617165" sldId="274"/>
            <ac:spMk id="34" creationId="{95DE4947-F175-5201-BD87-FF1152160D95}"/>
          </ac:spMkLst>
        </pc:spChg>
        <pc:spChg chg="add mod">
          <ac:chgData name="Stepanov, Pavel Aleksandrovich" userId="b85f6bca-230c-483e-a25b-e13e873626fd" providerId="ADAL" clId="{AB235781-41D1-50B9-86EA-51A98A5F500A}" dt="2026-04-12T03:44:47.248" v="1816" actId="1076"/>
          <ac:spMkLst>
            <pc:docMk/>
            <pc:sldMk cId="1496617165" sldId="274"/>
            <ac:spMk id="35" creationId="{7BD2ED18-CBE8-5F66-C531-81261F606558}"/>
          </ac:spMkLst>
        </pc:spChg>
        <pc:spChg chg="add mod">
          <ac:chgData name="Stepanov, Pavel Aleksandrovich" userId="b85f6bca-230c-483e-a25b-e13e873626fd" providerId="ADAL" clId="{AB235781-41D1-50B9-86EA-51A98A5F500A}" dt="2026-04-12T03:44:47.248" v="1816" actId="1076"/>
          <ac:spMkLst>
            <pc:docMk/>
            <pc:sldMk cId="1496617165" sldId="274"/>
            <ac:spMk id="36" creationId="{BE6938C7-E41E-AF99-D609-5DD46D479AFD}"/>
          </ac:spMkLst>
        </pc:spChg>
        <pc:spChg chg="add mod">
          <ac:chgData name="Stepanov, Pavel Aleksandrovich" userId="b85f6bca-230c-483e-a25b-e13e873626fd" providerId="ADAL" clId="{AB235781-41D1-50B9-86EA-51A98A5F500A}" dt="2026-04-12T03:35:37.275" v="641"/>
          <ac:spMkLst>
            <pc:docMk/>
            <pc:sldMk cId="1496617165" sldId="274"/>
            <ac:spMk id="37" creationId="{B410E848-0624-AFF8-4227-4133A13AC912}"/>
          </ac:spMkLst>
        </pc:spChg>
        <pc:spChg chg="add mod">
          <ac:chgData name="Stepanov, Pavel Aleksandrovich" userId="b85f6bca-230c-483e-a25b-e13e873626fd" providerId="ADAL" clId="{AB235781-41D1-50B9-86EA-51A98A5F500A}" dt="2026-04-12T03:44:50.285" v="1817" actId="1076"/>
          <ac:spMkLst>
            <pc:docMk/>
            <pc:sldMk cId="1496617165" sldId="274"/>
            <ac:spMk id="38" creationId="{35653914-5516-D471-49D4-302D753CCDC5}"/>
          </ac:spMkLst>
        </pc:spChg>
        <pc:spChg chg="add mod">
          <ac:chgData name="Stepanov, Pavel Aleksandrovich" userId="b85f6bca-230c-483e-a25b-e13e873626fd" providerId="ADAL" clId="{AB235781-41D1-50B9-86EA-51A98A5F500A}" dt="2026-04-12T03:42:18.601" v="1809" actId="1076"/>
          <ac:spMkLst>
            <pc:docMk/>
            <pc:sldMk cId="1496617165" sldId="274"/>
            <ac:spMk id="39" creationId="{80715815-A9DD-AC16-9198-1892B94617AB}"/>
          </ac:spMkLst>
        </pc:spChg>
        <pc:spChg chg="add del mod">
          <ac:chgData name="Stepanov, Pavel Aleksandrovich" userId="b85f6bca-230c-483e-a25b-e13e873626fd" providerId="ADAL" clId="{AB235781-41D1-50B9-86EA-51A98A5F500A}" dt="2026-04-12T03:37:39.244" v="672" actId="478"/>
          <ac:spMkLst>
            <pc:docMk/>
            <pc:sldMk cId="1496617165" sldId="274"/>
            <ac:spMk id="40" creationId="{2E054986-4232-26B3-1838-4502D626C042}"/>
          </ac:spMkLst>
        </pc:spChg>
        <pc:spChg chg="add mod">
          <ac:chgData name="Stepanov, Pavel Aleksandrovich" userId="b85f6bca-230c-483e-a25b-e13e873626fd" providerId="ADAL" clId="{AB235781-41D1-50B9-86EA-51A98A5F500A}" dt="2026-04-12T03:41:15.313" v="1797" actId="1076"/>
          <ac:spMkLst>
            <pc:docMk/>
            <pc:sldMk cId="1496617165" sldId="274"/>
            <ac:spMk id="42" creationId="{EFFF4DA0-5C43-90A9-DD8F-7D02A9CF7D46}"/>
          </ac:spMkLst>
        </pc:spChg>
        <pc:picChg chg="add del mod">
          <ac:chgData name="Stepanov, Pavel Aleksandrovich" userId="b85f6bca-230c-483e-a25b-e13e873626fd" providerId="ADAL" clId="{AB235781-41D1-50B9-86EA-51A98A5F500A}" dt="2026-04-12T03:31:30.008" v="591" actId="478"/>
          <ac:picMkLst>
            <pc:docMk/>
            <pc:sldMk cId="1496617165" sldId="274"/>
            <ac:picMk id="5" creationId="{73CA8312-67F4-09BE-86EE-E888578A45D6}"/>
          </ac:picMkLst>
        </pc:picChg>
        <pc:picChg chg="add del mod">
          <ac:chgData name="Stepanov, Pavel Aleksandrovich" userId="b85f6bca-230c-483e-a25b-e13e873626fd" providerId="ADAL" clId="{AB235781-41D1-50B9-86EA-51A98A5F500A}" dt="2026-04-12T03:31:31.159" v="592" actId="478"/>
          <ac:picMkLst>
            <pc:docMk/>
            <pc:sldMk cId="1496617165" sldId="274"/>
            <ac:picMk id="6" creationId="{C1B06F65-828B-C59E-6A67-C9D88A4C89F3}"/>
          </ac:picMkLst>
        </pc:picChg>
        <pc:picChg chg="add del mod">
          <ac:chgData name="Stepanov, Pavel Aleksandrovich" userId="b85f6bca-230c-483e-a25b-e13e873626fd" providerId="ADAL" clId="{AB235781-41D1-50B9-86EA-51A98A5F500A}" dt="2026-04-12T03:26:51.544" v="509" actId="478"/>
          <ac:picMkLst>
            <pc:docMk/>
            <pc:sldMk cId="1496617165" sldId="274"/>
            <ac:picMk id="1026" creationId="{D7CEF836-31E9-64C4-26E7-A74C3BB86D5F}"/>
          </ac:picMkLst>
        </pc:picChg>
        <pc:picChg chg="add del mod">
          <ac:chgData name="Stepanov, Pavel Aleksandrovich" userId="b85f6bca-230c-483e-a25b-e13e873626fd" providerId="ADAL" clId="{AB235781-41D1-50B9-86EA-51A98A5F500A}" dt="2026-04-12T03:27:05.794" v="517" actId="478"/>
          <ac:picMkLst>
            <pc:docMk/>
            <pc:sldMk cId="1496617165" sldId="274"/>
            <ac:picMk id="1028" creationId="{9079CF4A-D4F2-70D6-9DB9-516E3A195374}"/>
          </ac:picMkLst>
        </pc:picChg>
      </pc:sldChg>
      <pc:sldChg chg="delSp modSp add mod ord setBg">
        <pc:chgData name="Stepanov, Pavel Aleksandrovich" userId="b85f6bca-230c-483e-a25b-e13e873626fd" providerId="ADAL" clId="{AB235781-41D1-50B9-86EA-51A98A5F500A}" dt="2026-04-12T03:31:35.151" v="593" actId="20578"/>
        <pc:sldMkLst>
          <pc:docMk/>
          <pc:sldMk cId="2335691973" sldId="275"/>
        </pc:sldMkLst>
        <pc:spChg chg="del mod">
          <ac:chgData name="Stepanov, Pavel Aleksandrovich" userId="b85f6bca-230c-483e-a25b-e13e873626fd" providerId="ADAL" clId="{AB235781-41D1-50B9-86EA-51A98A5F500A}" dt="2026-04-12T03:31:10.816" v="579" actId="478"/>
          <ac:spMkLst>
            <pc:docMk/>
            <pc:sldMk cId="2335691973" sldId="275"/>
            <ac:spMk id="10" creationId="{06EF8B8E-83BE-CDA5-57CF-D41CACF5AE09}"/>
          </ac:spMkLst>
        </pc:spChg>
        <pc:spChg chg="del mod">
          <ac:chgData name="Stepanov, Pavel Aleksandrovich" userId="b85f6bca-230c-483e-a25b-e13e873626fd" providerId="ADAL" clId="{AB235781-41D1-50B9-86EA-51A98A5F500A}" dt="2026-04-12T03:31:11.924" v="581" actId="478"/>
          <ac:spMkLst>
            <pc:docMk/>
            <pc:sldMk cId="2335691973" sldId="275"/>
            <ac:spMk id="24" creationId="{B77F4E2C-8D07-D08D-C753-1E7DE65AAA7B}"/>
          </ac:spMkLst>
        </pc:spChg>
        <pc:spChg chg="del">
          <ac:chgData name="Stepanov, Pavel Aleksandrovich" userId="b85f6bca-230c-483e-a25b-e13e873626fd" providerId="ADAL" clId="{AB235781-41D1-50B9-86EA-51A98A5F500A}" dt="2026-04-12T03:31:09.335" v="577" actId="478"/>
          <ac:spMkLst>
            <pc:docMk/>
            <pc:sldMk cId="2335691973" sldId="275"/>
            <ac:spMk id="29" creationId="{88FCD0EF-ECCD-1B85-D60D-2394F900617E}"/>
          </ac:spMkLst>
        </pc:spChg>
      </pc:sldChg>
      <pc:sldChg chg="add del setBg">
        <pc:chgData name="Stepanov, Pavel Aleksandrovich" userId="b85f6bca-230c-483e-a25b-e13e873626fd" providerId="ADAL" clId="{AB235781-41D1-50B9-86EA-51A98A5F500A}" dt="2026-04-12T03:31:19.138" v="584"/>
        <pc:sldMkLst>
          <pc:docMk/>
          <pc:sldMk cId="3571264327" sldId="27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[morning/afternoon],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Let me quickly place this work in the literature — and get into some of the technical mechanics.</a:t>
            </a:r>
          </a:p>
          <a:p>
            <a:r>
              <a:rPr lang="en-US" sz="1200" b="0" i="0" kern="1200" dirty="0">
                <a:solidFill>
                  <a:schemeClr val="tx1"/>
                </a:solidFill>
                <a:effectLst/>
                <a:latin typeface="+mn-lt"/>
                <a:ea typeface="+mn-ea"/>
                <a:cs typeface="+mn-cs"/>
              </a:rPr>
              <a:t>Classical Kalman Filters model motion as a linear dynamical system — fast and interpretable, but they break down under nonlinear behavior. LSTMs and Transformer-based architectures handle sequences well and achieve state-of-the-art prediction accuracy, but they require large labeled datasets and produce black-box outputs.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 the anomaly detection side, two methods dominate: </a:t>
            </a:r>
            <a:r>
              <a:rPr lang="en-US" sz="1200" b="1" i="0" kern="1200" dirty="0">
                <a:solidFill>
                  <a:schemeClr val="tx1"/>
                </a:solidFill>
                <a:effectLst/>
                <a:latin typeface="+mn-lt"/>
                <a:ea typeface="+mn-ea"/>
                <a:cs typeface="+mn-cs"/>
              </a:rPr>
              <a:t>One-Class SVM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OC-SVM maps data into a high-dimensional kernel space and finds the tightest boundary around the normal class — but it's sensitive to the choice of kernel and the nu hyperparameter, which controls the fraction of training points treated as outliers.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works differently. It partitions the feature space by randomly selecting a feature and a split value at each node. The key insight is that anomalous points — being rare and extreme — require </a:t>
            </a:r>
            <a:r>
              <a:rPr lang="en-US" sz="1200" b="0" i="1" kern="1200" dirty="0">
                <a:solidFill>
                  <a:schemeClr val="tx1"/>
                </a:solidFill>
                <a:effectLst/>
                <a:latin typeface="+mn-lt"/>
                <a:ea typeface="+mn-ea"/>
                <a:cs typeface="+mn-cs"/>
              </a:rPr>
              <a:t>fewer</a:t>
            </a:r>
            <a:r>
              <a:rPr lang="en-US" sz="1200" b="0" i="0" kern="1200" dirty="0">
                <a:solidFill>
                  <a:schemeClr val="tx1"/>
                </a:solidFill>
                <a:effectLst/>
                <a:latin typeface="+mn-lt"/>
                <a:ea typeface="+mn-ea"/>
                <a:cs typeface="+mn-cs"/>
              </a:rPr>
              <a:t> splits to isolate. The anomaly score is derived from the average path length across all trees, normalized by the expected path length for a random point: s(</a:t>
            </a:r>
            <a:r>
              <a:rPr lang="en-US" sz="1200" b="0" i="0" kern="1200" dirty="0" err="1">
                <a:solidFill>
                  <a:schemeClr val="tx1"/>
                </a:solidFill>
                <a:effectLst/>
                <a:latin typeface="+mn-lt"/>
                <a:ea typeface="+mn-ea"/>
                <a:cs typeface="+mn-cs"/>
              </a:rPr>
              <a:t>x,n</a:t>
            </a:r>
            <a:r>
              <a:rPr lang="en-US" sz="1200" b="0" i="0" kern="1200" dirty="0">
                <a:solidFill>
                  <a:schemeClr val="tx1"/>
                </a:solidFill>
                <a:effectLst/>
                <a:latin typeface="+mn-lt"/>
                <a:ea typeface="+mn-ea"/>
                <a:cs typeface="+mn-cs"/>
              </a:rPr>
              <a:t>) = 2^(−E(h(x)) / c(n)). Scores near 1 signal anomalies; near 0.5 is indistinguishable from normal.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Prior work on the Waymo Open Motion Dataset has focused almost entirely on deep learning prediction pipelines. </a:t>
            </a:r>
            <a:r>
              <a:rPr lang="en-US" sz="1200" b="1" i="0" kern="1200" dirty="0">
                <a:solidFill>
                  <a:schemeClr val="tx1"/>
                </a:solidFill>
                <a:effectLst/>
                <a:latin typeface="+mn-lt"/>
                <a:ea typeface="+mn-ea"/>
                <a:cs typeface="+mn-cs"/>
              </a:rPr>
              <a:t>Classical statistical baselines applied to the full agent population have been largely ignored.</a:t>
            </a:r>
            <a:r>
              <a:rPr lang="en-US" sz="1200" b="0" i="0" kern="1200" dirty="0">
                <a:solidFill>
                  <a:schemeClr val="tx1"/>
                </a:solidFill>
                <a:effectLst/>
                <a:latin typeface="+mn-lt"/>
                <a:ea typeface="+mn-ea"/>
                <a:cs typeface="+mn-cs"/>
              </a:rPr>
              <a:t> That's the gap we fill.</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feel for what this data actually looks like.</a:t>
            </a:r>
          </a:p>
          <a:p>
            <a:r>
              <a:rPr lang="en-US" sz="1200" b="0" i="0" kern="1200" dirty="0">
                <a:solidFill>
                  <a:schemeClr val="tx1"/>
                </a:solidFill>
                <a:effectLst/>
                <a:latin typeface="+mn-lt"/>
                <a:ea typeface="+mn-ea"/>
                <a:cs typeface="+mn-cs"/>
              </a:rPr>
              <a:t>In terms of composition: vehicles make up roughly 70% of the dataset, pedestrians around 25%, and cyclists about 5%. The Waymo self-driving car — the SDC — is excluded from all analysis. This class imbalance matters: it affects the anomaly distribution and how we interpret per-class statistics.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[Point to correlation heatmap]</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heatmap here shows Pearson correlations across all kinematic features. The key finding: </a:t>
            </a:r>
            <a:r>
              <a:rPr lang="en-US" sz="1200" b="1" i="0" kern="1200" dirty="0">
                <a:solidFill>
                  <a:schemeClr val="tx1"/>
                </a:solidFill>
                <a:effectLst/>
                <a:latin typeface="+mn-lt"/>
                <a:ea typeface="+mn-ea"/>
                <a:cs typeface="+mn-cs"/>
              </a:rPr>
              <a:t>yaw rate is essentially uncorrelated with everything else</a:t>
            </a:r>
            <a:r>
              <a:rPr lang="en-US" sz="1200" b="0" i="0" kern="1200" dirty="0">
                <a:solidFill>
                  <a:schemeClr val="tx1"/>
                </a:solidFill>
                <a:effectLst/>
                <a:latin typeface="+mn-lt"/>
                <a:ea typeface="+mn-ea"/>
                <a:cs typeface="+mn-cs"/>
              </a:rPr>
              <a:t> — |r| ≤ 0.09 across the board. Length and width are nearly redundant at r ≈ 0.97. Speed and length share a weak positive relationship.</a:t>
            </a:r>
          </a:p>
          <a:p>
            <a:r>
              <a:rPr lang="en-US" sz="1200" b="0" i="0" kern="1200" dirty="0">
                <a:solidFill>
                  <a:schemeClr val="tx1"/>
                </a:solidFill>
                <a:effectLst/>
                <a:latin typeface="+mn-lt"/>
                <a:ea typeface="+mn-ea"/>
                <a:cs typeface="+mn-cs"/>
              </a:rPr>
              <a:t>This independence of yaw rate is not a nuisance — it's exactly what makes it a strong discriminating feature for anomaly detection. It carries information no other variable does. You'll see why that matters in the next slide.</a:t>
            </a:r>
          </a:p>
          <a:p>
            <a:r>
              <a:rPr lang="en-US" sz="1200" b="0" i="0" kern="1200" dirty="0">
                <a:solidFill>
                  <a:schemeClr val="tx1"/>
                </a:solidFill>
                <a:effectLst/>
                <a:latin typeface="+mn-lt"/>
                <a:ea typeface="+mn-ea"/>
                <a:cs typeface="+mn-cs"/>
              </a:rPr>
              <a:t>One last note on Waymo's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nearby vehicles at intersections. It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safety-incident label. That distinction will matter when we look at the results.</a:t>
            </a: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[Point to speed distribution histogram]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speed distribution across all three agent types. One thing stands out immediately: vehicles appear </a:t>
            </a:r>
            <a:r>
              <a:rPr lang="en-US" sz="1200" b="0" i="1" kern="1200" dirty="0">
                <a:solidFill>
                  <a:schemeClr val="tx1"/>
                </a:solidFill>
                <a:effectLst/>
                <a:latin typeface="+mn-lt"/>
                <a:ea typeface="+mn-ea"/>
                <a:cs typeface="+mn-cs"/>
              </a:rPr>
              <a:t>slower</a:t>
            </a:r>
            <a:r>
              <a:rPr lang="en-US" sz="1200" b="0" i="0" kern="1200" dirty="0">
                <a:solidFill>
                  <a:schemeClr val="tx1"/>
                </a:solidFill>
                <a:effectLst/>
                <a:latin typeface="+mn-lt"/>
                <a:ea typeface="+mn-ea"/>
                <a:cs typeface="+mn-cs"/>
              </a:rPr>
              <a:t> than cyclists in the raw data — which seems wrong. It's entirely because a large fraction of vehicles are stopped at intersections. Once you filter to moving agents only, the expected ordering snaps back: vehicles fastest, then cyclists, then pedestrians. That's an important preprocessing consideration we carry into both models. </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0" dirty="0"/>
              <a:t>JUSTIN: </a:t>
            </a:r>
          </a:p>
          <a:p>
            <a:endParaRPr lang="en-US" b="0" dirty="0"/>
          </a:p>
          <a:p>
            <a:r>
              <a:rPr lang="en-US" b="0" dirty="0"/>
              <a:t>These results gave us some </a:t>
            </a:r>
            <a:r>
              <a:rPr lang="en-US" b="0" dirty="0" err="1"/>
              <a:t>confididence</a:t>
            </a:r>
            <a:r>
              <a:rPr lang="en-US" b="0" dirty="0"/>
              <a:t> in the intuition behind our starting data (vehicles moving faster than pedestrians) </a:t>
            </a:r>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0AF17-5D57-3135-9694-BFFB1173D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3BDF3-386D-9B62-67DF-8145C047C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B4307-CB10-3FBC-C4E0-5EBECD168CAD}"/>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FEE4EBB-B245-C7B5-5352-0464414B2A76}"/>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33229722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EA3E-06DB-7D22-39C5-B99A1C205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8906C-208B-2B45-49E4-6E74B7AFCA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EAD65-BBAB-152F-B1EA-F4449C084236}"/>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C363D12-FD3B-A151-A3F6-8EB192E32BFD}"/>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293325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r>
              <a:rPr lang="en-US" b="1" dirty="0"/>
              <a:t>JUSTIN:</a:t>
            </a:r>
            <a:br>
              <a:rPr lang="en-US" b="1" dirty="0"/>
            </a:br>
            <a:br>
              <a:rPr lang="en-US" b="1" dirty="0"/>
            </a:br>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actual scenario clips from the Waymo dataset, centered on the agents our Isolation Forest flagged as most anomalous.</a:t>
            </a:r>
          </a:p>
          <a:p>
            <a:r>
              <a:rPr lang="en-US" sz="1200" b="0" i="0" kern="1200" dirty="0">
                <a:solidFill>
                  <a:schemeClr val="tx1"/>
                </a:solidFill>
                <a:effectLst/>
                <a:latin typeface="+mn-lt"/>
                <a:ea typeface="+mn-ea"/>
                <a:cs typeface="+mn-cs"/>
              </a:rPr>
              <a:t>The flagged agents fall into two distinct categories — and the split is instructive.</a:t>
            </a:r>
          </a:p>
          <a:p>
            <a:r>
              <a:rPr lang="en-US" sz="1200" b="0" i="0" kern="1200" dirty="0">
                <a:solidFill>
                  <a:schemeClr val="tx1"/>
                </a:solidFill>
                <a:effectLst/>
                <a:latin typeface="+mn-lt"/>
                <a:ea typeface="+mn-ea"/>
                <a:cs typeface="+mn-cs"/>
              </a:rPr>
              <a:t>The first is </a:t>
            </a:r>
            <a:r>
              <a:rPr lang="en-US" sz="1200" b="1" i="0" kern="1200" dirty="0">
                <a:solidFill>
                  <a:schemeClr val="tx1"/>
                </a:solidFill>
                <a:effectLst/>
                <a:latin typeface="+mn-lt"/>
                <a:ea typeface="+mn-ea"/>
                <a:cs typeface="+mn-cs"/>
              </a:rPr>
              <a:t>genuine kinematic extremes</a:t>
            </a:r>
            <a:r>
              <a:rPr lang="en-US" sz="1200" b="0" i="0" kern="1200" dirty="0">
                <a:solidFill>
                  <a:schemeClr val="tx1"/>
                </a:solidFill>
                <a:effectLst/>
                <a:latin typeface="+mn-lt"/>
                <a:ea typeface="+mn-ea"/>
                <a:cs typeface="+mn-cs"/>
              </a:rPr>
              <a:t>. Three agents were flagged for truly unusual speed and acceleration: one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Another at 32 m/s, another at 25 m/s. In urban scenario context, these are real outliers.</a:t>
            </a:r>
          </a:p>
          <a:p>
            <a:r>
              <a:rPr lang="en-US" sz="1200" b="0" i="0" kern="1200" dirty="0">
                <a:solidFill>
                  <a:schemeClr val="tx1"/>
                </a:solidFill>
                <a:effectLst/>
                <a:latin typeface="+mn-lt"/>
                <a:ea typeface="+mn-ea"/>
                <a:cs typeface="+mn-cs"/>
              </a:rPr>
              <a:t>The second category — and this accounts for seventeen of the top twenty — is a </a:t>
            </a:r>
            <a:r>
              <a:rPr lang="en-US" sz="1200" b="1" i="0" kern="1200" dirty="0">
                <a:solidFill>
                  <a:schemeClr val="tx1"/>
                </a:solidFill>
                <a:effectLst/>
                <a:latin typeface="+mn-lt"/>
                <a:ea typeface="+mn-ea"/>
                <a:cs typeface="+mn-cs"/>
              </a:rPr>
              <a:t>sensor artifact</a:t>
            </a:r>
            <a:r>
              <a:rPr lang="en-US" sz="1200" b="0" i="0" kern="1200" dirty="0">
                <a:solidFill>
                  <a:schemeClr val="tx1"/>
                </a:solidFill>
                <a:effectLst/>
                <a:latin typeface="+mn-lt"/>
                <a:ea typeface="+mn-ea"/>
                <a:cs typeface="+mn-cs"/>
              </a:rPr>
              <a:t>. Near-stationary agents, across all three agent types, with yaw rate fixed at exactly ±31 rad/s. A rotation rate of 31 radians per second is not physically possible for any ground vehicle. The pattern is unmistakable: near-zero speed, always the same magnitude, appearing in vehicles, pedestrians, and cyclists alike.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a:p>
            <a:endParaRPr lang="en-US" dirty="0"/>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4551869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16529932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1384468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b="1" dirty="0"/>
              <a:t>RAMSES:</a:t>
            </a:r>
          </a:p>
          <a:p>
            <a:endParaRPr lang="en-US" b="1" dirty="0"/>
          </a:p>
          <a:p>
            <a:r>
              <a:rPr lang="en-US" sz="1200" b="0" i="0" kern="1200" dirty="0">
                <a:solidFill>
                  <a:schemeClr val="tx1"/>
                </a:solidFill>
                <a:effectLst/>
                <a:latin typeface="+mn-lt"/>
                <a:ea typeface="+mn-ea"/>
                <a:cs typeface="+mn-cs"/>
              </a:rPr>
              <a:t>Before we get to the takeaways, I want to address what Justin flagged at the end of the results section — because it's the most important nuance in this project.</a:t>
            </a:r>
          </a:p>
          <a:p>
            <a:r>
              <a:rPr lang="en-US" sz="1200" b="0" i="0" kern="1200" dirty="0">
                <a:solidFill>
                  <a:schemeClr val="tx1"/>
                </a:solidFill>
                <a:effectLst/>
                <a:latin typeface="+mn-lt"/>
                <a:ea typeface="+mn-ea"/>
                <a:cs typeface="+mn-cs"/>
              </a:rPr>
              <a:t>The pipeline produced statistically validated results: Fisher's p = 0.0005, AUC of 0.887. The numbers look good. But when we actually inspect what was flagged, none of the top 20 anomalies were marked as safety-relevant by Waymo's own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That's not a failure of the model — it's a clarification of what the model is actually measuring. </a:t>
            </a:r>
            <a:r>
              <a:rPr lang="en-US" sz="1200" b="1" i="0" kern="1200" dirty="0">
                <a:solidFill>
                  <a:schemeClr val="tx1"/>
                </a:solidFill>
                <a:effectLst/>
                <a:latin typeface="+mn-lt"/>
                <a:ea typeface="+mn-ea"/>
                <a:cs typeface="+mn-cs"/>
              </a:rPr>
              <a:t>A kinematic outlier is not the same thing as a safety incident.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reflects which agents are in close proximity to the AV during routine planning — adjacent lane vehicles, approaching intersections. Our flagged events — extreme speeds and sensor artifacts — exist outside that frame entirely.</a:t>
            </a:r>
          </a:p>
          <a:p>
            <a:r>
              <a:rPr lang="en-US" sz="1200" b="0" i="0" kern="1200" dirty="0">
                <a:solidFill>
                  <a:schemeClr val="tx1"/>
                </a:solidFill>
                <a:effectLst/>
                <a:latin typeface="+mn-lt"/>
                <a:ea typeface="+mn-ea"/>
                <a:cs typeface="+mn-cs"/>
              </a:rPr>
              <a:t>What this means in practice: the pipeline is more accurately described as a </a:t>
            </a:r>
            <a:r>
              <a:rPr lang="en-US" sz="1200" b="1" i="0" kern="1200" dirty="0">
                <a:solidFill>
                  <a:schemeClr val="tx1"/>
                </a:solidFill>
                <a:effectLst/>
                <a:latin typeface="+mn-lt"/>
                <a:ea typeface="+mn-ea"/>
                <a:cs typeface="+mn-cs"/>
              </a:rPr>
              <a:t>data quality and behavioral characterization tool</a:t>
            </a:r>
            <a:r>
              <a:rPr lang="en-US" sz="1200" b="0" i="0" kern="1200" dirty="0">
                <a:solidFill>
                  <a:schemeClr val="tx1"/>
                </a:solidFill>
                <a:effectLst/>
                <a:latin typeface="+mn-lt"/>
                <a:ea typeface="+mn-ea"/>
                <a:cs typeface="+mn-cs"/>
              </a:rPr>
              <a:t> than a safety-incident detector. It found genuine extremes in the data, and it surfaced a systematic measurement problem that would have gone unnoticed without it. Both are useful contributions — but they require domain knowledge to interpret correctly. The danger is treating model outputs as ground truth without that context.</a:t>
            </a:r>
          </a:p>
          <a:p>
            <a:r>
              <a:rPr lang="en-US" sz="1200" b="0" i="0" kern="1200" dirty="0">
                <a:solidFill>
                  <a:schemeClr val="tx1"/>
                </a:solidFill>
                <a:effectLst/>
                <a:latin typeface="+mn-lt"/>
                <a:ea typeface="+mn-ea"/>
                <a:cs typeface="+mn-cs"/>
              </a:rPr>
              <a:t>With that framing, two broader takeaways.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unsupervised detection works and is statistically </a:t>
            </a:r>
            <a:r>
              <a:rPr lang="en-US" sz="1200" b="1" i="0" kern="1200" dirty="0" err="1">
                <a:solidFill>
                  <a:schemeClr val="tx1"/>
                </a:solidFill>
                <a:effectLst/>
                <a:latin typeface="+mn-lt"/>
                <a:ea typeface="+mn-ea"/>
                <a:cs typeface="+mn-cs"/>
              </a:rPr>
              <a:t>validatable</a:t>
            </a:r>
            <a:r>
              <a:rPr lang="en-US" sz="1200" b="0" i="0" kern="1200" dirty="0">
                <a:solidFill>
                  <a:schemeClr val="tx1"/>
                </a:solidFill>
                <a:effectLst/>
                <a:latin typeface="+mn-lt"/>
                <a:ea typeface="+mn-ea"/>
                <a:cs typeface="+mn-cs"/>
              </a:rPr>
              <a:t>. The Fisher test confirms structure in who gets flagged. Anomalies concentrate in pedestrians and cyclists — consistent with their more irregular urban kinematics. The Random Forest can characterize what anomalous agents look like at 0.887 AUC, even starting from noisy pseudo-labels.</a:t>
            </a:r>
          </a:p>
          <a:p>
            <a:r>
              <a:rPr lang="en-US" sz="1200" b="0" i="0" kern="1200" dirty="0">
                <a:solidFill>
                  <a:schemeClr val="tx1"/>
                </a:solidFill>
                <a:effectLst/>
                <a:latin typeface="+mn-lt"/>
                <a:ea typeface="+mn-ea"/>
                <a:cs typeface="+mn-cs"/>
              </a:rPr>
              <a:t>Second, </a:t>
            </a:r>
            <a:r>
              <a:rPr lang="en-US" sz="1200" b="1" i="0" kern="1200" dirty="0">
                <a:solidFill>
                  <a:schemeClr val="tx1"/>
                </a:solidFill>
                <a:effectLst/>
                <a:latin typeface="+mn-lt"/>
                <a:ea typeface="+mn-ea"/>
                <a:cs typeface="+mn-cs"/>
              </a:rPr>
              <a:t>dataset composition dominates metrics</a:t>
            </a:r>
            <a:r>
              <a:rPr lang="en-US" sz="1200" b="0" i="0" kern="1200" dirty="0">
                <a:solidFill>
                  <a:schemeClr val="tx1"/>
                </a:solidFill>
                <a:effectLst/>
                <a:latin typeface="+mn-lt"/>
                <a:ea typeface="+mn-ea"/>
                <a:cs typeface="+mn-cs"/>
              </a:rPr>
              <a:t>. The 15-point R-squared drop when removing stationary agents is not a model failure — it's a dataset artifact. Any evaluation reported on a mixed moving-and-stationary population is inflated. The 0.728 on moving agents is the honest number for dynamic AV deployment.</a:t>
            </a:r>
          </a:p>
          <a:p>
            <a:r>
              <a:rPr lang="en-US" sz="1200" b="0" i="0" kern="1200" dirty="0">
                <a:solidFill>
                  <a:schemeClr val="tx1"/>
                </a:solidFill>
                <a:effectLst/>
                <a:latin typeface="+mn-lt"/>
                <a:ea typeface="+mn-ea"/>
                <a:cs typeface="+mn-cs"/>
              </a:rPr>
              <a:t>On limitations: pseudo-labels from the Isolation Forest are not verified ground truth — the test specificity of 0.667 reflects that noise. We work from a single snapshot frame per agent, ignoring the full 20-second trajectory. Our regression is linear; pedestrian and cyclist motion may be nonlinear. And we only analyzed 300 scenarios — the genuine high-speed anomaly tail would be richer with the full dataset.</a:t>
            </a:r>
          </a:p>
          <a:p>
            <a:endParaRPr lang="en-US" b="1" dirty="0"/>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16</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17</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18</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0.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9.png"/><Relationship Id="rId5"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slideLayout" Target="../slideLayouts/slideLayout1.xml"/><Relationship Id="rId7" Type="http://schemas.openxmlformats.org/officeDocument/2006/relationships/image" Target="../media/image9.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1.png"/><Relationship Id="rId5"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3.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9.png"/><Relationship Id="rId5" Type="http://schemas.openxmlformats.org/officeDocument/2006/relationships/image" Target="../media/image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Rg"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r>
              <a:rPr lang="en-US" sz="2000" dirty="0">
                <a:latin typeface="GT Walsheim Trial Th" pitchFamily="2" charset="77"/>
              </a:rPr>
              <a:t>* Sudden braking or acceleration</a:t>
            </a:r>
          </a:p>
          <a:p>
            <a:r>
              <a:rPr lang="en-US" sz="2000" dirty="0">
                <a:latin typeface="GT Walsheim Trial Th" pitchFamily="2" charset="77"/>
              </a:rPr>
              <a:t>* Jaywalking pedestrians</a:t>
            </a:r>
          </a:p>
          <a:p>
            <a:r>
              <a:rPr lang="en-US" sz="2000" dirty="0">
                <a:latin typeface="GT Walsheim Trial Th" pitchFamily="2" charset="77"/>
              </a:rPr>
              <a:t>* Near-misses</a:t>
            </a: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27368" y="-26185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latin typeface="GT Walsheim Trial Rg" pitchFamily="2" charset="77"/>
              </a:rPr>
              <a:t>PART 3: DATASET STATISTICS </a:t>
            </a:r>
            <a:endParaRPr lang="en-US" sz="1500" dirty="0">
              <a:solidFill>
                <a:srgbClr val="989DA2"/>
              </a:solidFill>
              <a:latin typeface="GT Walsheim Trial Rg" pitchFamily="2" charset="77"/>
            </a:endParaRP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2316304738"/>
              </p:ext>
            </p:extLst>
          </p:nvPr>
        </p:nvGraphicFramePr>
        <p:xfrm>
          <a:off x="854438" y="2721367"/>
          <a:ext cx="10723843" cy="2100015"/>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Stationary  &amp; Non-Stationary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16907">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4B4A554-BFE2-05DA-0C2C-6266E307DC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49C0-D184-771F-5EF7-E94FFB3362A5}"/>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METHODS: ANOMALY DETECTION</a:t>
            </a:r>
          </a:p>
        </p:txBody>
      </p:sp>
      <p:sp>
        <p:nvSpPr>
          <p:cNvPr id="8" name="TextBox 7">
            <a:extLst>
              <a:ext uri="{FF2B5EF4-FFF2-40B4-BE49-F238E27FC236}">
                <a16:creationId xmlns:a16="http://schemas.microsoft.com/office/drawing/2014/main" id="{FD782BF6-33EF-B556-1286-49D797977996}"/>
              </a:ext>
            </a:extLst>
          </p:cNvPr>
          <p:cNvSpPr txBox="1"/>
          <p:nvPr/>
        </p:nvSpPr>
        <p:spPr>
          <a:xfrm>
            <a:off x="716477" y="952090"/>
            <a:ext cx="7346867" cy="1477328"/>
          </a:xfrm>
          <a:prstGeom prst="rect">
            <a:avLst/>
          </a:prstGeom>
          <a:noFill/>
        </p:spPr>
        <p:txBody>
          <a:bodyPr wrap="square">
            <a:spAutoFit/>
          </a:bodyPr>
          <a:lstStyle/>
          <a:p>
            <a:r>
              <a:rPr lang="en-US" sz="4500" dirty="0">
                <a:solidFill>
                  <a:schemeClr val="bg1"/>
                </a:solidFill>
                <a:latin typeface="GT Walsheim Trial Rg" pitchFamily="2" charset="77"/>
              </a:rPr>
              <a:t>Two-Layer Anomaly Detection Pipeline</a:t>
            </a:r>
          </a:p>
        </p:txBody>
      </p:sp>
      <p:sp>
        <p:nvSpPr>
          <p:cNvPr id="23" name="TextBox 22">
            <a:extLst>
              <a:ext uri="{FF2B5EF4-FFF2-40B4-BE49-F238E27FC236}">
                <a16:creationId xmlns:a16="http://schemas.microsoft.com/office/drawing/2014/main" id="{7CFA322A-9BDB-DA3A-44AC-B8E5C612B33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2FB3DD75-F8C6-9DEC-803C-E53DAF5FF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19F4018-9FA6-56AE-719C-CFA889FA1785}"/>
              </a:ext>
            </a:extLst>
          </p:cNvPr>
          <p:cNvPicPr>
            <a:picLocks noChangeAspect="1"/>
          </p:cNvPicPr>
          <p:nvPr/>
        </p:nvPicPr>
        <p:blipFill>
          <a:blip r:embed="rId4"/>
          <a:stretch>
            <a:fillRect/>
          </a:stretch>
        </p:blipFill>
        <p:spPr>
          <a:xfrm>
            <a:off x="0" y="4047068"/>
            <a:ext cx="12192000" cy="2810932"/>
          </a:xfrm>
          <a:prstGeom prst="rect">
            <a:avLst/>
          </a:prstGeom>
        </p:spPr>
      </p:pic>
      <p:pic>
        <p:nvPicPr>
          <p:cNvPr id="6" name="Picture 5">
            <a:extLst>
              <a:ext uri="{FF2B5EF4-FFF2-40B4-BE49-F238E27FC236}">
                <a16:creationId xmlns:a16="http://schemas.microsoft.com/office/drawing/2014/main" id="{24EFD2F8-32D6-CF0E-7465-979C51246279}"/>
              </a:ext>
            </a:extLst>
          </p:cNvPr>
          <p:cNvPicPr>
            <a:picLocks noChangeAspect="1"/>
          </p:cNvPicPr>
          <p:nvPr/>
        </p:nvPicPr>
        <p:blipFill>
          <a:blip r:embed="rId5"/>
          <a:stretch>
            <a:fillRect/>
          </a:stretch>
        </p:blipFill>
        <p:spPr>
          <a:xfrm>
            <a:off x="9171556" y="4909836"/>
            <a:ext cx="3218550" cy="3565814"/>
          </a:xfrm>
          <a:prstGeom prst="rect">
            <a:avLst/>
          </a:prstGeom>
        </p:spPr>
      </p:pic>
    </p:spTree>
    <p:extLst>
      <p:ext uri="{BB962C8B-B14F-4D97-AF65-F5344CB8AC3E}">
        <p14:creationId xmlns:p14="http://schemas.microsoft.com/office/powerpoint/2010/main" val="2335691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EC7144-5EED-41D2-C456-A13F27CDEDE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95DE4947-F175-5201-BD87-FF1152160D95}"/>
              </a:ext>
            </a:extLst>
          </p:cNvPr>
          <p:cNvSpPr/>
          <p:nvPr/>
        </p:nvSpPr>
        <p:spPr>
          <a:xfrm rot="10800000">
            <a:off x="789707" y="4533219"/>
            <a:ext cx="10803120" cy="1793263"/>
          </a:xfrm>
          <a:prstGeom prst="rect">
            <a:avLst/>
          </a:prstGeom>
          <a:solidFill>
            <a:srgbClr val="949AA0"/>
          </a:solidFill>
          <a:ln>
            <a:noFill/>
          </a:ln>
          <a:effectLst>
            <a:outerShdw blurRad="50800" dist="50800" dir="5400000" sx="1000" sy="1000" algn="ctr" rotWithShape="0">
              <a:srgbClr val="000000"/>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a:extLst>
              <a:ext uri="{FF2B5EF4-FFF2-40B4-BE49-F238E27FC236}">
                <a16:creationId xmlns:a16="http://schemas.microsoft.com/office/drawing/2014/main" id="{80715815-A9DD-AC16-9198-1892B94617AB}"/>
              </a:ext>
            </a:extLst>
          </p:cNvPr>
          <p:cNvSpPr/>
          <p:nvPr/>
        </p:nvSpPr>
        <p:spPr>
          <a:xfrm rot="1800000">
            <a:off x="-2668880" y="182184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68BB2A-2BF4-D499-63C2-18ED22A68DDF}"/>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ANOMALY DETECTION</a:t>
            </a:r>
          </a:p>
        </p:txBody>
      </p:sp>
      <p:sp>
        <p:nvSpPr>
          <p:cNvPr id="23" name="TextBox 22">
            <a:extLst>
              <a:ext uri="{FF2B5EF4-FFF2-40B4-BE49-F238E27FC236}">
                <a16:creationId xmlns:a16="http://schemas.microsoft.com/office/drawing/2014/main" id="{90E28ED5-DE27-12C8-D580-D2523250EA7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B94DEBD0-54A1-D161-6798-6F4DFB278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DBEBBE8-6803-3642-6AA6-7DCBC34416EC}"/>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1 — Isolation Forest</a:t>
            </a:r>
          </a:p>
        </p:txBody>
      </p:sp>
      <p:sp>
        <p:nvSpPr>
          <p:cNvPr id="31" name="Rectangle 30">
            <a:extLst>
              <a:ext uri="{FF2B5EF4-FFF2-40B4-BE49-F238E27FC236}">
                <a16:creationId xmlns:a16="http://schemas.microsoft.com/office/drawing/2014/main" id="{E787502F-A997-C061-BE0E-398BFE0692AB}"/>
              </a:ext>
            </a:extLst>
          </p:cNvPr>
          <p:cNvSpPr/>
          <p:nvPr/>
        </p:nvSpPr>
        <p:spPr>
          <a:xfrm rot="10800000">
            <a:off x="789709" y="1895553"/>
            <a:ext cx="10803118" cy="1660445"/>
          </a:xfrm>
          <a:prstGeom prst="rect">
            <a:avLst/>
          </a:prstGeom>
          <a:solidFill>
            <a:srgbClr val="0078FF"/>
          </a:solidFill>
          <a:ln>
            <a:noFill/>
          </a:ln>
          <a:effectLst>
            <a:outerShdw blurRad="1270000" dist="58494" dir="5400000" sx="74594" sy="74594" algn="ctr" rotWithShape="0">
              <a:schemeClr val="bg1">
                <a:alpha val="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0C1AB1E6-4C86-63ED-C89C-77D2FEE4A479}"/>
              </a:ext>
            </a:extLst>
          </p:cNvPr>
          <p:cNvSpPr txBox="1"/>
          <p:nvPr/>
        </p:nvSpPr>
        <p:spPr>
          <a:xfrm>
            <a:off x="1858262" y="2099493"/>
            <a:ext cx="8710092" cy="1200329"/>
          </a:xfrm>
          <a:prstGeom prst="rect">
            <a:avLst/>
          </a:prstGeom>
          <a:noFill/>
        </p:spPr>
        <p:txBody>
          <a:bodyPr wrap="square">
            <a:spAutoFit/>
          </a:bodyPr>
          <a:lstStyle/>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Features: </a:t>
            </a:r>
            <a:r>
              <a:rPr lang="en-US" b="0" i="0" dirty="0">
                <a:solidFill>
                  <a:schemeClr val="bg1"/>
                </a:solidFill>
                <a:effectLst/>
                <a:latin typeface="GT Walsheim Trial Rg" pitchFamily="2" charset="77"/>
              </a:rPr>
              <a:t>Speed, Acceleration,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uncorrelated with all others</a:t>
            </a:r>
          </a:p>
          <a:p>
            <a:pPr>
              <a:buNone/>
            </a:pPr>
            <a:endParaRPr lang="en-US" dirty="0">
              <a:solidFill>
                <a:schemeClr val="bg1"/>
              </a:solidFill>
              <a:latin typeface="GT Walsheim Trial Rg" pitchFamily="2" charset="77"/>
            </a:endParaRPr>
          </a:p>
          <a:p>
            <a:pPr>
              <a:buNone/>
            </a:pPr>
            <a:r>
              <a:rPr lang="en-US" dirty="0">
                <a:solidFill>
                  <a:schemeClr val="bg1"/>
                </a:solidFill>
                <a:latin typeface="GT Walsheim Trial Lt" pitchFamily="2" charset="77"/>
              </a:rPr>
              <a:t>— </a:t>
            </a:r>
            <a:r>
              <a:rPr lang="en-US" b="0" i="0" dirty="0">
                <a:solidFill>
                  <a:schemeClr val="bg1"/>
                </a:solidFill>
                <a:effectLst/>
                <a:latin typeface="GT Walsheim Trial Rg" pitchFamily="2" charset="77"/>
              </a:rPr>
              <a:t>100 trees, unsupervised, no labels</a:t>
            </a:r>
          </a:p>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Threshold: </a:t>
            </a:r>
            <a:r>
              <a:rPr lang="en-US" b="0" i="0" dirty="0">
                <a:solidFill>
                  <a:schemeClr val="bg1"/>
                </a:solidFill>
                <a:effectLst/>
                <a:latin typeface="GT Walsheim Trial Rg" pitchFamily="2" charset="77"/>
              </a:rPr>
              <a:t>99th percentile → 46 flagged out of 4,538</a:t>
            </a:r>
          </a:p>
        </p:txBody>
      </p:sp>
      <p:sp>
        <p:nvSpPr>
          <p:cNvPr id="33" name="TextBox 32">
            <a:extLst>
              <a:ext uri="{FF2B5EF4-FFF2-40B4-BE49-F238E27FC236}">
                <a16:creationId xmlns:a16="http://schemas.microsoft.com/office/drawing/2014/main" id="{7330EC70-9658-A443-DCDE-8C47EE86272F}"/>
              </a:ext>
            </a:extLst>
          </p:cNvPr>
          <p:cNvSpPr txBox="1"/>
          <p:nvPr/>
        </p:nvSpPr>
        <p:spPr>
          <a:xfrm>
            <a:off x="275422" y="1717968"/>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35" name="TextBox 34">
            <a:extLst>
              <a:ext uri="{FF2B5EF4-FFF2-40B4-BE49-F238E27FC236}">
                <a16:creationId xmlns:a16="http://schemas.microsoft.com/office/drawing/2014/main" id="{7BD2ED18-CBE8-5F66-C531-81261F606558}"/>
              </a:ext>
            </a:extLst>
          </p:cNvPr>
          <p:cNvSpPr txBox="1"/>
          <p:nvPr/>
        </p:nvSpPr>
        <p:spPr>
          <a:xfrm>
            <a:off x="1847478" y="4869981"/>
            <a:ext cx="8710092" cy="646331"/>
          </a:xfrm>
          <a:prstGeom prst="rect">
            <a:avLst/>
          </a:prstGeom>
          <a:noFill/>
        </p:spPr>
        <p:txBody>
          <a:bodyPr wrap="square">
            <a:spAutoFit/>
          </a:bodyPr>
          <a:lstStyle/>
          <a:p>
            <a:pPr>
              <a:buNone/>
            </a:pPr>
            <a:r>
              <a:rPr lang="en-US" dirty="0">
                <a:solidFill>
                  <a:schemeClr val="bg1"/>
                </a:solidFill>
                <a:latin typeface="GT Walsheim Trial Lt" pitchFamily="2" charset="77"/>
              </a:rPr>
              <a:t>—  Fisher's Exact Test (Monte Carlo, 2,000 replicates)</a:t>
            </a:r>
          </a:p>
          <a:p>
            <a:pPr>
              <a:buNone/>
            </a:pPr>
            <a:r>
              <a:rPr lang="en-US" dirty="0">
                <a:solidFill>
                  <a:schemeClr val="bg1"/>
                </a:solidFill>
                <a:latin typeface="GT Walsheim Trial Lt" pitchFamily="2" charset="77"/>
              </a:rPr>
              <a:t>—  p = 0.0005 — anomalies cluster by agent type, not random noise</a:t>
            </a:r>
            <a:endParaRPr lang="en-US" b="0" i="0" dirty="0">
              <a:solidFill>
                <a:schemeClr val="bg1"/>
              </a:solidFill>
              <a:effectLst/>
              <a:latin typeface="GT Walsheim Trial Rg" pitchFamily="2" charset="77"/>
            </a:endParaRPr>
          </a:p>
        </p:txBody>
      </p:sp>
      <p:sp>
        <p:nvSpPr>
          <p:cNvPr id="36" name="TextBox 35">
            <a:extLst>
              <a:ext uri="{FF2B5EF4-FFF2-40B4-BE49-F238E27FC236}">
                <a16:creationId xmlns:a16="http://schemas.microsoft.com/office/drawing/2014/main" id="{BE6938C7-E41E-AF99-D609-5DD46D479AFD}"/>
              </a:ext>
            </a:extLst>
          </p:cNvPr>
          <p:cNvSpPr txBox="1"/>
          <p:nvPr/>
        </p:nvSpPr>
        <p:spPr>
          <a:xfrm>
            <a:off x="351174" y="434853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38" name="TextBox 37">
            <a:extLst>
              <a:ext uri="{FF2B5EF4-FFF2-40B4-BE49-F238E27FC236}">
                <a16:creationId xmlns:a16="http://schemas.microsoft.com/office/drawing/2014/main" id="{35653914-5516-D471-49D4-302D753CCDC5}"/>
              </a:ext>
            </a:extLst>
          </p:cNvPr>
          <p:cNvSpPr txBox="1"/>
          <p:nvPr/>
        </p:nvSpPr>
        <p:spPr>
          <a:xfrm>
            <a:off x="716476" y="3717591"/>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2 — Statistical Validation</a:t>
            </a:r>
          </a:p>
        </p:txBody>
      </p:sp>
      <p:sp>
        <p:nvSpPr>
          <p:cNvPr id="42" name="TextBox 41">
            <a:extLst>
              <a:ext uri="{FF2B5EF4-FFF2-40B4-BE49-F238E27FC236}">
                <a16:creationId xmlns:a16="http://schemas.microsoft.com/office/drawing/2014/main" id="{EFFF4DA0-5C43-90A9-DD8F-7D02A9CF7D46}"/>
              </a:ext>
            </a:extLst>
          </p:cNvPr>
          <p:cNvSpPr txBox="1"/>
          <p:nvPr/>
        </p:nvSpPr>
        <p:spPr>
          <a:xfrm>
            <a:off x="5421888" y="2393010"/>
            <a:ext cx="158284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 0.09)</a:t>
            </a:r>
          </a:p>
        </p:txBody>
      </p:sp>
    </p:spTree>
    <p:extLst>
      <p:ext uri="{BB962C8B-B14F-4D97-AF65-F5344CB8AC3E}">
        <p14:creationId xmlns:p14="http://schemas.microsoft.com/office/powerpoint/2010/main" val="1496617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5FA9EB90-2595-709F-AE1E-7A588079B5FD}"/>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Speeding Vehicles</a:t>
            </a:r>
          </a:p>
        </p:txBody>
      </p:sp>
      <p:sp>
        <p:nvSpPr>
          <p:cNvPr id="10" name="TextBox 9">
            <a:extLst>
              <a:ext uri="{FF2B5EF4-FFF2-40B4-BE49-F238E27FC236}">
                <a16:creationId xmlns:a16="http://schemas.microsoft.com/office/drawing/2014/main" id="{65C081F3-65CC-661D-EFAB-C9F06327250E}"/>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vehicle_01_HighSpeed_3vehicles_909244b8">
            <a:hlinkClick r:id="" action="ppaction://media"/>
            <a:extLst>
              <a:ext uri="{FF2B5EF4-FFF2-40B4-BE49-F238E27FC236}">
                <a16:creationId xmlns:a16="http://schemas.microsoft.com/office/drawing/2014/main" id="{3666306E-6EBB-B987-E57F-971F7BB48AF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3509623" y="1583032"/>
            <a:ext cx="5172751" cy="5172751"/>
          </a:xfrm>
          <a:prstGeom prst="rect">
            <a:avLst/>
          </a:prstGeom>
        </p:spPr>
      </p:pic>
    </p:spTree>
    <p:extLst>
      <p:ext uri="{BB962C8B-B14F-4D97-AF65-F5344CB8AC3E}">
        <p14:creationId xmlns:p14="http://schemas.microsoft.com/office/powerpoint/2010/main" val="112141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pic>
        <p:nvPicPr>
          <p:cNvPr id="7" name="anomaly_02_Veh_HighAccel_5baef16b">
            <a:hlinkClick r:id="" action="ppaction://media"/>
            <a:extLst>
              <a:ext uri="{FF2B5EF4-FFF2-40B4-BE49-F238E27FC236}">
                <a16:creationId xmlns:a16="http://schemas.microsoft.com/office/drawing/2014/main" id="{596D7648-225D-C15D-8C5D-B24643706FB5}"/>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100017" y="1191375"/>
            <a:ext cx="5413480" cy="5413480"/>
          </a:xfrm>
          <a:prstGeom prst="rect">
            <a:avLst/>
          </a:prstGeom>
        </p:spPr>
      </p:pic>
      <p:sp>
        <p:nvSpPr>
          <p:cNvPr id="3" name="Freeform 2">
            <a:extLst>
              <a:ext uri="{FF2B5EF4-FFF2-40B4-BE49-F238E27FC236}">
                <a16:creationId xmlns:a16="http://schemas.microsoft.com/office/drawing/2014/main" id="{5FA9EB90-2595-709F-AE1E-7A588079B5FD}"/>
              </a:ext>
            </a:extLst>
          </p:cNvPr>
          <p:cNvSpPr/>
          <p:nvPr/>
        </p:nvSpPr>
        <p:spPr>
          <a:xfrm rot="8442973">
            <a:off x="-8463579" y="-359358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Lane Change</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eft Exit 12 Off Ramp Meme Generator - Imgflip">
            <a:extLst>
              <a:ext uri="{FF2B5EF4-FFF2-40B4-BE49-F238E27FC236}">
                <a16:creationId xmlns:a16="http://schemas.microsoft.com/office/drawing/2014/main" id="{29624FA7-2557-8305-F65E-CF99DF20FFE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644643" y="2377030"/>
            <a:ext cx="4333755" cy="4134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960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5FA9EB90-2595-709F-AE1E-7A588079B5FD}"/>
              </a:ext>
            </a:extLst>
          </p:cNvPr>
          <p:cNvSpPr/>
          <p:nvPr/>
        </p:nvSpPr>
        <p:spPr>
          <a:xfrm rot="8442973">
            <a:off x="-4877653" y="-428631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Sensor Artifact (Most of our </a:t>
            </a:r>
            <a:r>
              <a:rPr lang="en-US" sz="3500" dirty="0" err="1">
                <a:latin typeface="GT Walsheim Trial Rg" pitchFamily="2" charset="77"/>
              </a:rPr>
              <a:t>Anomolies</a:t>
            </a:r>
            <a:r>
              <a:rPr lang="en-US" sz="3500" dirty="0">
                <a:latin typeface="GT Walsheim Trial Rg" pitchFamily="2" charset="77"/>
              </a:rPr>
              <a:t>)</a:t>
            </a:r>
          </a:p>
        </p:txBody>
      </p:sp>
      <p:sp>
        <p:nvSpPr>
          <p:cNvPr id="10" name="TextBox 9">
            <a:extLst>
              <a:ext uri="{FF2B5EF4-FFF2-40B4-BE49-F238E27FC236}">
                <a16:creationId xmlns:a16="http://schemas.microsoft.com/office/drawing/2014/main" id="{65C081F3-65CC-661D-EFAB-C9F06327250E}"/>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anomaly_10_Veh_HighYaw_262112a6">
            <a:hlinkClick r:id="" action="ppaction://media"/>
            <a:extLst>
              <a:ext uri="{FF2B5EF4-FFF2-40B4-BE49-F238E27FC236}">
                <a16:creationId xmlns:a16="http://schemas.microsoft.com/office/drawing/2014/main" id="{D187F3DB-EBC0-1658-DDFA-8CDA8FCEBD88}"/>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3438939" y="1690888"/>
            <a:ext cx="5147009" cy="5147009"/>
          </a:xfrm>
          <a:prstGeom prst="rect">
            <a:avLst/>
          </a:prstGeom>
        </p:spPr>
      </p:pic>
    </p:spTree>
    <p:extLst>
      <p:ext uri="{BB962C8B-B14F-4D97-AF65-F5344CB8AC3E}">
        <p14:creationId xmlns:p14="http://schemas.microsoft.com/office/powerpoint/2010/main" val="3176751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C - 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494047793"/>
              </p:ext>
            </p:extLst>
          </p:nvPr>
        </p:nvGraphicFramePr>
        <p:xfrm>
          <a:off x="854438" y="3575329"/>
          <a:ext cx="10495163" cy="13463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02260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2" name="Picture 4" descr="Waymo branded color scheme">
            <a:extLst>
              <a:ext uri="{FF2B5EF4-FFF2-40B4-BE49-F238E27FC236}">
                <a16:creationId xmlns:a16="http://schemas.microsoft.com/office/drawing/2014/main" id="{9CE7A80A-CF17-8BE3-83A6-FDFE76F88B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0231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646331"/>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669</TotalTime>
  <Words>4275</Words>
  <Application>Microsoft Macintosh PowerPoint</Application>
  <PresentationFormat>Widescreen</PresentationFormat>
  <Paragraphs>364</Paragraphs>
  <Slides>18</Slides>
  <Notes>18</Notes>
  <HiddenSlides>0</HiddenSlides>
  <MMClips>3</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DATASET &amp; PIPLINE</vt:lpstr>
      <vt:lpstr>PART 1: DATASET STATISTICS</vt:lpstr>
      <vt:lpstr>PART 2: DATASET STATISTICS </vt:lpstr>
      <vt:lpstr>PART 3: DATASET STATISTICS </vt:lpstr>
      <vt:lpstr>METHODS: ANOMALY DETECTION</vt:lpstr>
      <vt:lpstr>ANOMALY DETECTION</vt:lpstr>
      <vt:lpstr>MOTION PREDICTION</vt:lpstr>
      <vt:lpstr>SECTION B - RESULTS  </vt:lpstr>
      <vt:lpstr>SECTION B - RESULTS  </vt:lpstr>
      <vt:lpstr>SECTION B - RESULTS  </vt:lpstr>
      <vt:lpstr>SECTION C - RESULTS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Cabrera, Justin Joseph</cp:lastModifiedBy>
  <cp:revision>6</cp:revision>
  <dcterms:created xsi:type="dcterms:W3CDTF">2026-04-11T16:24:40Z</dcterms:created>
  <dcterms:modified xsi:type="dcterms:W3CDTF">2026-04-12T19:30:30Z</dcterms:modified>
</cp:coreProperties>
</file>